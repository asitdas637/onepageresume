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04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79299" cy="6857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47873" y="323799"/>
            <a:ext cx="7096252" cy="346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SIT-KUMAR.DAS@CAPGEMINI.COM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5104" y="2539110"/>
            <a:ext cx="8642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006FAC"/>
                </a:solidFill>
                <a:latin typeface="Verdana"/>
                <a:cs typeface="Verdana"/>
              </a:rPr>
              <a:t>Strengths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35144" y="2613940"/>
            <a:ext cx="185145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spc="-5" dirty="0">
                <a:solidFill>
                  <a:srgbClr val="006FAC"/>
                </a:solidFill>
                <a:latin typeface="Verdana"/>
                <a:cs typeface="Verdana"/>
              </a:rPr>
              <a:t>Spring Project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30526" y="1533499"/>
            <a:ext cx="857885" cy="501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1800"/>
              </a:lnSpc>
              <a:spcBef>
                <a:spcPts val="100"/>
              </a:spcBef>
            </a:pPr>
            <a:r>
              <a:rPr sz="1100" b="1" spc="-5" dirty="0">
                <a:solidFill>
                  <a:srgbClr val="FFFFFF"/>
                </a:solidFill>
                <a:latin typeface="Verdana"/>
                <a:cs typeface="Verdana"/>
              </a:rPr>
              <a:t>Email ID: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spc="-5" dirty="0">
                <a:solidFill>
                  <a:srgbClr val="FFFFFF"/>
                </a:solidFill>
                <a:latin typeface="Verdana"/>
                <a:cs typeface="Verdana"/>
              </a:rPr>
              <a:t>Mobile</a:t>
            </a:r>
            <a:r>
              <a:rPr sz="1100" b="1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No:</a:t>
            </a:r>
            <a:endParaRPr sz="11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36622" y="2056841"/>
            <a:ext cx="55054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5" dirty="0">
                <a:solidFill>
                  <a:srgbClr val="FFFFFF"/>
                </a:solidFill>
                <a:latin typeface="Verdana"/>
                <a:cs typeface="Verdana"/>
              </a:rPr>
              <a:t>Grade:</a:t>
            </a:r>
            <a:endParaRPr sz="11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20" y="2133600"/>
            <a:ext cx="611098" cy="61264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480686" y="2912110"/>
            <a:ext cx="4589780" cy="108016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3400"/>
              </a:lnSpc>
              <a:spcBef>
                <a:spcPts val="1025"/>
              </a:spcBef>
            </a:pPr>
            <a:r>
              <a:rPr lang="en-IN" sz="1200" b="1" dirty="0">
                <a:latin typeface="Arial MT"/>
                <a:cs typeface="Arial MT"/>
              </a:rPr>
              <a:t>Cricket Management System</a:t>
            </a:r>
          </a:p>
          <a:p>
            <a:pPr marL="12700" marR="5080" algn="just">
              <a:lnSpc>
                <a:spcPct val="103400"/>
              </a:lnSpc>
              <a:spcBef>
                <a:spcPts val="1025"/>
              </a:spcBef>
            </a:pPr>
            <a:r>
              <a:rPr lang="en-IN" sz="1200" b="0" i="0" dirty="0">
                <a:solidFill>
                  <a:srgbClr val="4B4F58"/>
                </a:solidFill>
                <a:effectLst/>
              </a:rPr>
              <a:t>Cricket Management System is develop to automate all the activities of adding coaches, adding managers through an application. Here, we can create a system where we can manage all the information in a single place</a:t>
            </a:r>
            <a:r>
              <a:rPr sz="1200" spc="-5" dirty="0">
                <a:cs typeface="Arial MT"/>
              </a:rPr>
              <a:t>.</a:t>
            </a:r>
            <a:endParaRPr sz="1200" dirty="0"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547873" y="323799"/>
            <a:ext cx="2134998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Asit Kumar Das</a:t>
            </a:r>
            <a:endParaRPr spc="-5" dirty="0"/>
          </a:p>
        </p:txBody>
      </p:sp>
      <p:sp>
        <p:nvSpPr>
          <p:cNvPr id="9" name="object 9"/>
          <p:cNvSpPr txBox="1"/>
          <p:nvPr/>
        </p:nvSpPr>
        <p:spPr>
          <a:xfrm>
            <a:off x="2392426" y="735838"/>
            <a:ext cx="2290445" cy="814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764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FFFFFF"/>
                </a:solidFill>
                <a:latin typeface="Arial MT"/>
                <a:cs typeface="Arial MT"/>
              </a:rPr>
              <a:t>Analyst/Software</a:t>
            </a:r>
            <a:r>
              <a:rPr sz="1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Engineer</a:t>
            </a:r>
            <a:endParaRPr sz="1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5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50" dirty="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</a:pP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Base</a:t>
            </a:r>
            <a:r>
              <a:rPr sz="1100" b="1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spc="-5" dirty="0">
                <a:solidFill>
                  <a:srgbClr val="FFFFFF"/>
                </a:solidFill>
                <a:latin typeface="Verdana"/>
                <a:cs typeface="Verdana"/>
              </a:rPr>
              <a:t>Location:</a:t>
            </a:r>
            <a:r>
              <a:rPr sz="1100" b="1" spc="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baseline="7575" dirty="0">
                <a:solidFill>
                  <a:srgbClr val="FFFFFF"/>
                </a:solidFill>
                <a:latin typeface="Arial MT"/>
                <a:cs typeface="Arial MT"/>
              </a:rPr>
              <a:t>Mumbai</a:t>
            </a:r>
            <a:endParaRPr sz="1650" baseline="7575" dirty="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32734" y="1504543"/>
            <a:ext cx="3298190" cy="52065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lang="en-IN" sz="1100" dirty="0">
                <a:solidFill>
                  <a:srgbClr val="FFFFFF"/>
                </a:solidFill>
                <a:latin typeface="Verdana"/>
                <a:cs typeface="Verdana"/>
                <a:hlinkClick r:id="rId3"/>
              </a:rPr>
              <a:t>ASIT-KUMAR.DAS@CAPGEMINI.COM</a:t>
            </a:r>
            <a:r>
              <a:rPr lang="en-IN" sz="1100" b="1" dirty="0">
                <a:solidFill>
                  <a:srgbClr val="FFFFFF"/>
                </a:solidFill>
                <a:latin typeface="Verdana"/>
                <a:cs typeface="Verdana"/>
                <a:hlinkClick r:id="rId3"/>
              </a:rPr>
              <a:t> </a:t>
            </a:r>
            <a:endParaRPr lang="en-IN" sz="1100" b="1" dirty="0">
              <a:solidFill>
                <a:srgbClr val="FFFFFF"/>
              </a:solidFill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100" spc="-5" dirty="0">
                <a:solidFill>
                  <a:srgbClr val="FFFFFF"/>
                </a:solidFill>
                <a:latin typeface="Arial MT"/>
                <a:cs typeface="Arial MT"/>
              </a:rPr>
              <a:t>+91</a:t>
            </a:r>
            <a:r>
              <a:rPr lang="en-IN" sz="1100" spc="-5" dirty="0">
                <a:solidFill>
                  <a:srgbClr val="FFFFFF"/>
                </a:solidFill>
                <a:latin typeface="Arial MT"/>
                <a:cs typeface="Arial MT"/>
              </a:rPr>
              <a:t>-6370455565</a:t>
            </a:r>
            <a:endParaRPr sz="1100" dirty="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2787" y="3009112"/>
            <a:ext cx="31267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0820" marR="5080" indent="-198120">
              <a:lnSpc>
                <a:spcPct val="114300"/>
              </a:lnSpc>
              <a:spcBef>
                <a:spcPts val="95"/>
              </a:spcBef>
            </a:pPr>
            <a:r>
              <a:rPr sz="1400" b="1" spc="-5" dirty="0">
                <a:latin typeface="Arial"/>
                <a:cs typeface="Arial"/>
              </a:rPr>
              <a:t>Full Stack Developer trained on Java </a:t>
            </a:r>
            <a:r>
              <a:rPr sz="1400" b="1" spc="-375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Hands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on</a:t>
            </a:r>
            <a:r>
              <a:rPr sz="1400" b="1" spc="-5" dirty="0">
                <a:latin typeface="Arial"/>
                <a:cs typeface="Arial"/>
              </a:rPr>
              <a:t> experience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2787" y="3740886"/>
            <a:ext cx="3517467" cy="1731243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97815" indent="-285750">
              <a:lnSpc>
                <a:spcPct val="100000"/>
              </a:lnSpc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185420" algn="l"/>
              </a:tabLst>
            </a:pPr>
            <a:r>
              <a:rPr lang="en-IN" sz="1400" spc="-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Git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and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GitHub.</a:t>
            </a:r>
            <a:endParaRPr sz="1400" dirty="0">
              <a:latin typeface="Times New Roman"/>
              <a:cs typeface="Times New Roman"/>
            </a:endParaRPr>
          </a:p>
          <a:p>
            <a:pPr marL="297815" indent="-285750">
              <a:lnSpc>
                <a:spcPct val="100000"/>
              </a:lnSpc>
              <a:spcBef>
                <a:spcPts val="240"/>
              </a:spcBef>
              <a:buFont typeface="Arial" panose="020B0604020202020204" pitchFamily="34" charset="0"/>
              <a:buChar char="•"/>
              <a:tabLst>
                <a:tab pos="185420" algn="l"/>
              </a:tabLst>
            </a:pPr>
            <a:r>
              <a:rPr lang="en-IN" sz="1400" spc="-5" dirty="0">
                <a:latin typeface="Times New Roman"/>
                <a:cs typeface="Times New Roman"/>
              </a:rPr>
              <a:t> MongoDB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&amp;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lang="en-IN" sz="1400" spc="-15" dirty="0" err="1">
                <a:latin typeface="Times New Roman"/>
                <a:cs typeface="Times New Roman"/>
              </a:rPr>
              <a:t>Postgre</a:t>
            </a:r>
            <a:r>
              <a:rPr sz="1400" spc="-5" dirty="0">
                <a:latin typeface="Times New Roman"/>
                <a:cs typeface="Times New Roman"/>
              </a:rPr>
              <a:t>SQL.</a:t>
            </a:r>
            <a:endParaRPr sz="1400" dirty="0">
              <a:latin typeface="Times New Roman"/>
              <a:cs typeface="Times New Roman"/>
            </a:endParaRPr>
          </a:p>
          <a:p>
            <a:pPr marL="297815" indent="-285750">
              <a:lnSpc>
                <a:spcPct val="100000"/>
              </a:lnSpc>
              <a:spcBef>
                <a:spcPts val="240"/>
              </a:spcBef>
              <a:buFont typeface="Arial" panose="020B0604020202020204" pitchFamily="34" charset="0"/>
              <a:buChar char="•"/>
              <a:tabLst>
                <a:tab pos="185420" algn="l"/>
              </a:tabLst>
            </a:pPr>
            <a:r>
              <a:rPr lang="en-IN" sz="14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Core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Java</a:t>
            </a:r>
            <a:r>
              <a:rPr lang="en-IN" sz="1400" spc="-25" dirty="0">
                <a:latin typeface="Times New Roman"/>
                <a:cs typeface="Times New Roman"/>
              </a:rPr>
              <a:t>.</a:t>
            </a:r>
            <a:endParaRPr sz="1400" dirty="0">
              <a:latin typeface="Times New Roman"/>
              <a:cs typeface="Times New Roman"/>
            </a:endParaRPr>
          </a:p>
          <a:p>
            <a:pPr marL="297815" indent="-285750">
              <a:lnSpc>
                <a:spcPct val="100000"/>
              </a:lnSpc>
              <a:spcBef>
                <a:spcPts val="225"/>
              </a:spcBef>
              <a:buFont typeface="Arial" panose="020B0604020202020204" pitchFamily="34" charset="0"/>
              <a:buChar char="•"/>
              <a:tabLst>
                <a:tab pos="185420" algn="l"/>
              </a:tabLst>
            </a:pPr>
            <a:r>
              <a:rPr lang="en-IN" sz="14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JPA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with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Hibernate.</a:t>
            </a:r>
            <a:r>
              <a:rPr lang="en-IN" sz="1400" spc="-5" dirty="0">
                <a:latin typeface="Times New Roman"/>
                <a:cs typeface="Times New Roman"/>
              </a:rPr>
              <a:t> </a:t>
            </a:r>
            <a:endParaRPr sz="1400" dirty="0">
              <a:latin typeface="Times New Roman"/>
              <a:cs typeface="Times New Roman"/>
            </a:endParaRPr>
          </a:p>
          <a:p>
            <a:pPr marL="297815" indent="-285750">
              <a:lnSpc>
                <a:spcPct val="100000"/>
              </a:lnSpc>
              <a:spcBef>
                <a:spcPts val="240"/>
              </a:spcBef>
              <a:buFont typeface="Arial" panose="020B0604020202020204" pitchFamily="34" charset="0"/>
              <a:buChar char="•"/>
              <a:tabLst>
                <a:tab pos="185420" algn="l"/>
              </a:tabLst>
            </a:pPr>
            <a:r>
              <a:rPr lang="en-IN" sz="1400" spc="-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Spring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lang="en-IN" sz="1400" spc="-5" dirty="0">
                <a:latin typeface="Times New Roman"/>
                <a:cs typeface="Times New Roman"/>
              </a:rPr>
              <a:t>Framework.</a:t>
            </a:r>
            <a:endParaRPr sz="1400" dirty="0">
              <a:latin typeface="Times New Roman"/>
              <a:cs typeface="Times New Roman"/>
            </a:endParaRPr>
          </a:p>
          <a:p>
            <a:pPr marL="297815" indent="-285750">
              <a:lnSpc>
                <a:spcPct val="100000"/>
              </a:lnSpc>
              <a:spcBef>
                <a:spcPts val="240"/>
              </a:spcBef>
              <a:buFont typeface="Arial" panose="020B0604020202020204" pitchFamily="34" charset="0"/>
              <a:buChar char="•"/>
              <a:tabLst>
                <a:tab pos="185420" algn="l"/>
              </a:tabLst>
            </a:pPr>
            <a:r>
              <a:rPr lang="en-IN" sz="14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HTML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5,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CSS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3</a:t>
            </a:r>
            <a:r>
              <a:rPr lang="en-IN" sz="1400" dirty="0">
                <a:latin typeface="Times New Roman"/>
                <a:cs typeface="Times New Roman"/>
              </a:rPr>
              <a:t>, </a:t>
            </a:r>
            <a:r>
              <a:rPr sz="1400" spc="-5" dirty="0">
                <a:latin typeface="Times New Roman"/>
                <a:cs typeface="Times New Roman"/>
              </a:rPr>
              <a:t>Bootstrap,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JavaScript</a:t>
            </a:r>
            <a:r>
              <a:rPr lang="en-IN" sz="1400" spc="-5" dirty="0">
                <a:latin typeface="Times New Roman"/>
                <a:cs typeface="Times New Roman"/>
              </a:rPr>
              <a:t> </a:t>
            </a:r>
            <a:endParaRPr sz="1400" dirty="0">
              <a:latin typeface="Times New Roman"/>
              <a:cs typeface="Times New Roman"/>
            </a:endParaRPr>
          </a:p>
          <a:p>
            <a:pPr marL="297815" indent="-285750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tabLst>
                <a:tab pos="172720" algn="l"/>
              </a:tabLst>
            </a:pPr>
            <a:r>
              <a:rPr lang="en-IN" sz="14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React.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288794" y="6229299"/>
            <a:ext cx="635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78226" y="2023313"/>
            <a:ext cx="19621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10" dirty="0">
                <a:solidFill>
                  <a:srgbClr val="FFFFFF"/>
                </a:solidFill>
                <a:latin typeface="Arial MT"/>
                <a:cs typeface="Arial MT"/>
              </a:rPr>
              <a:t>A4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610600" y="153656"/>
            <a:ext cx="4114800" cy="1149033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R="215265" algn="ctr">
              <a:lnSpc>
                <a:spcPct val="100000"/>
              </a:lnSpc>
              <a:spcBef>
                <a:spcPts val="260"/>
              </a:spcBef>
            </a:pPr>
            <a:r>
              <a:rPr sz="1200" b="1" spc="-5" dirty="0">
                <a:solidFill>
                  <a:srgbClr val="006FAC"/>
                </a:solidFill>
                <a:latin typeface="Verdana"/>
                <a:cs typeface="Verdana"/>
              </a:rPr>
              <a:t>Education</a:t>
            </a:r>
            <a:r>
              <a:rPr sz="1200" b="1" spc="-10" dirty="0">
                <a:solidFill>
                  <a:srgbClr val="006FAC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006FAC"/>
                </a:solidFill>
                <a:latin typeface="Verdana"/>
                <a:cs typeface="Verdana"/>
              </a:rPr>
              <a:t>and </a:t>
            </a:r>
            <a:r>
              <a:rPr sz="1200" b="1" spc="-5" dirty="0">
                <a:solidFill>
                  <a:srgbClr val="006FAC"/>
                </a:solidFill>
                <a:latin typeface="Verdana"/>
                <a:cs typeface="Verdana"/>
              </a:rPr>
              <a:t>certificates</a:t>
            </a:r>
            <a:endParaRPr lang="en-IN" sz="1200" b="1" spc="-5" dirty="0">
              <a:solidFill>
                <a:srgbClr val="006FAC"/>
              </a:solidFill>
              <a:latin typeface="Verdana"/>
              <a:cs typeface="Verdana"/>
            </a:endParaRPr>
          </a:p>
          <a:p>
            <a:pPr marR="215265" algn="ctr">
              <a:lnSpc>
                <a:spcPct val="100000"/>
              </a:lnSpc>
              <a:spcBef>
                <a:spcPts val="260"/>
              </a:spcBef>
            </a:pPr>
            <a:endParaRPr sz="1100" dirty="0">
              <a:latin typeface="Verdana"/>
              <a:cs typeface="Verdana"/>
            </a:endParaRPr>
          </a:p>
          <a:p>
            <a:pPr marL="12700" algn="ctr">
              <a:lnSpc>
                <a:spcPct val="100000"/>
              </a:lnSpc>
              <a:spcBef>
                <a:spcPts val="155"/>
              </a:spcBef>
            </a:pPr>
            <a:r>
              <a:rPr lang="en-IN" sz="1200" dirty="0">
                <a:latin typeface="Calibri"/>
                <a:cs typeface="Calibri"/>
              </a:rPr>
              <a:t>Synergy Institute of Technology, Bhubaneswar</a:t>
            </a:r>
            <a:endParaRPr sz="1200" dirty="0">
              <a:latin typeface="Calibri"/>
              <a:cs typeface="Calibri"/>
            </a:endParaRPr>
          </a:p>
          <a:p>
            <a:pPr marL="637540" marR="892810" algn="ctr">
              <a:lnSpc>
                <a:spcPct val="100000"/>
              </a:lnSpc>
              <a:spcBef>
                <a:spcPts val="470"/>
              </a:spcBef>
            </a:pPr>
            <a:r>
              <a:rPr lang="en-IN" sz="1200" spc="-5" dirty="0">
                <a:latin typeface="Calibri"/>
                <a:cs typeface="Calibri"/>
              </a:rPr>
              <a:t>Computer Science </a:t>
            </a:r>
            <a:r>
              <a:rPr sz="1200" spc="-5" dirty="0">
                <a:latin typeface="Calibri"/>
                <a:cs typeface="Calibri"/>
              </a:rPr>
              <a:t>Engineering</a:t>
            </a:r>
            <a:endParaRPr lang="en-IN" sz="1200" spc="-5" dirty="0">
              <a:latin typeface="Calibri"/>
              <a:cs typeface="Calibri"/>
            </a:endParaRPr>
          </a:p>
          <a:p>
            <a:pPr marL="637540" marR="892810" algn="ctr">
              <a:lnSpc>
                <a:spcPct val="100000"/>
              </a:lnSpc>
              <a:spcBef>
                <a:spcPts val="470"/>
              </a:spcBef>
            </a:pP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2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2017-2021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9249536" y="1583182"/>
            <a:ext cx="481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006FAC"/>
                </a:solidFill>
                <a:latin typeface="Verdana"/>
                <a:cs typeface="Verdana"/>
              </a:rPr>
              <a:t>Ski</a:t>
            </a:r>
            <a:r>
              <a:rPr sz="1200" b="1" dirty="0">
                <a:solidFill>
                  <a:srgbClr val="006FAC"/>
                </a:solidFill>
                <a:latin typeface="Verdana"/>
                <a:cs typeface="Verdana"/>
              </a:rPr>
              <a:t>l</a:t>
            </a:r>
            <a:r>
              <a:rPr sz="1200" b="1" spc="-5" dirty="0">
                <a:solidFill>
                  <a:srgbClr val="006FAC"/>
                </a:solidFill>
                <a:latin typeface="Verdana"/>
                <a:cs typeface="Verdana"/>
              </a:rPr>
              <a:t>l</a:t>
            </a:r>
            <a:r>
              <a:rPr sz="1200" b="1" dirty="0">
                <a:solidFill>
                  <a:srgbClr val="006FAC"/>
                </a:solidFill>
                <a:latin typeface="Verdana"/>
                <a:cs typeface="Verdana"/>
              </a:rPr>
              <a:t>s</a:t>
            </a:r>
            <a:endParaRPr sz="1200">
              <a:latin typeface="Verdana"/>
              <a:cs typeface="Verdana"/>
            </a:endParaRPr>
          </a:p>
        </p:txBody>
      </p:sp>
      <p:pic>
        <p:nvPicPr>
          <p:cNvPr id="46" name="object 4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0394" y="400978"/>
            <a:ext cx="1437005" cy="1469757"/>
          </a:xfrm>
          <a:prstGeom prst="rect">
            <a:avLst/>
          </a:prstGeom>
        </p:spPr>
      </p:pic>
      <p:pic>
        <p:nvPicPr>
          <p:cNvPr id="47" name="object 8">
            <a:extLst>
              <a:ext uri="{FF2B5EF4-FFF2-40B4-BE49-F238E27FC236}">
                <a16:creationId xmlns:a16="http://schemas.microsoft.com/office/drawing/2014/main" id="{A248D736-941E-4E66-92BA-5A202E0CA7A7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93184" y="2366422"/>
            <a:ext cx="441960" cy="445008"/>
          </a:xfrm>
          <a:prstGeom prst="rect">
            <a:avLst/>
          </a:prstGeom>
        </p:spPr>
      </p:pic>
      <p:graphicFrame>
        <p:nvGraphicFramePr>
          <p:cNvPr id="51" name="Table 51">
            <a:extLst>
              <a:ext uri="{FF2B5EF4-FFF2-40B4-BE49-F238E27FC236}">
                <a16:creationId xmlns:a16="http://schemas.microsoft.com/office/drawing/2014/main" id="{2BD61D66-EFA3-48C1-AA76-E337D8E7A1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44836"/>
              </p:ext>
            </p:extLst>
          </p:nvPr>
        </p:nvGraphicFramePr>
        <p:xfrm>
          <a:off x="9239262" y="2034514"/>
          <a:ext cx="2952738" cy="2745494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00138">
                  <a:extLst>
                    <a:ext uri="{9D8B030D-6E8A-4147-A177-3AD203B41FA5}">
                      <a16:colId xmlns:a16="http://schemas.microsoft.com/office/drawing/2014/main" val="74981022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624111253"/>
                    </a:ext>
                  </a:extLst>
                </a:gridCol>
              </a:tblGrid>
              <a:tr h="368054"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+mn-lt"/>
                        </a:rPr>
                        <a:t>Java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+mn-lt"/>
                        </a:rPr>
                        <a:t>Java Basics, OOPS, Generics, Collections, Arrays.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9395985"/>
                  </a:ext>
                </a:extLst>
              </a:tr>
              <a:tr h="368054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+mn-lt"/>
                        </a:rPr>
                        <a:t>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+mn-lt"/>
                        </a:rPr>
                        <a:t>Spring Core, Spring Boot, Spring Data JPA, Spring Data REST.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847529"/>
                  </a:ext>
                </a:extLst>
              </a:tr>
              <a:tr h="368054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+mn-lt"/>
                        </a:rP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+mn-lt"/>
                        </a:rPr>
                        <a:t>PostgreSQL, MongoDB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5158763"/>
                  </a:ext>
                </a:extLst>
              </a:tr>
              <a:tr h="368054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+mn-lt"/>
                        </a:rPr>
                        <a:t>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+mn-lt"/>
                        </a:rPr>
                        <a:t>Git, Postman, Visual Studio Code, Eclipse, </a:t>
                      </a:r>
                      <a:r>
                        <a:rPr lang="en-IN" sz="1200" dirty="0" err="1">
                          <a:latin typeface="+mn-lt"/>
                        </a:rPr>
                        <a:t>PgAdmin</a:t>
                      </a:r>
                      <a:r>
                        <a:rPr lang="en-IN" sz="1200" dirty="0">
                          <a:latin typeface="+mn-lt"/>
                        </a:rPr>
                        <a:t> 4.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9499750"/>
                  </a:ext>
                </a:extLst>
              </a:tr>
              <a:tr h="368054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+mn-lt"/>
                        </a:rP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+mn-lt"/>
                        </a:rPr>
                        <a:t>HTML, CSS, Bootstrap JavaScript, React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3031245"/>
                  </a:ext>
                </a:extLst>
              </a:tr>
            </a:tbl>
          </a:graphicData>
        </a:graphic>
      </p:graphicFrame>
      <p:sp>
        <p:nvSpPr>
          <p:cNvPr id="52" name="object 3">
            <a:extLst>
              <a:ext uri="{FF2B5EF4-FFF2-40B4-BE49-F238E27FC236}">
                <a16:creationId xmlns:a16="http://schemas.microsoft.com/office/drawing/2014/main" id="{A65EB34F-6DA9-42EC-8050-90F656A94014}"/>
              </a:ext>
            </a:extLst>
          </p:cNvPr>
          <p:cNvSpPr txBox="1"/>
          <p:nvPr/>
        </p:nvSpPr>
        <p:spPr>
          <a:xfrm>
            <a:off x="5235144" y="4222110"/>
            <a:ext cx="185145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spc="-5" dirty="0">
                <a:solidFill>
                  <a:srgbClr val="006FAC"/>
                </a:solidFill>
                <a:latin typeface="Verdana"/>
                <a:cs typeface="Verdana"/>
              </a:rPr>
              <a:t>React Project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B1F4481-9233-49C5-AB80-F8366AF4EB91}"/>
              </a:ext>
            </a:extLst>
          </p:cNvPr>
          <p:cNvSpPr txBox="1"/>
          <p:nvPr/>
        </p:nvSpPr>
        <p:spPr>
          <a:xfrm>
            <a:off x="4480686" y="4495800"/>
            <a:ext cx="442396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Note Making System</a:t>
            </a:r>
          </a:p>
          <a:p>
            <a:endParaRPr lang="en-IN" sz="1200" b="1" dirty="0"/>
          </a:p>
          <a:p>
            <a:pPr algn="just"/>
            <a:r>
              <a:rPr lang="en-IN" sz="1400" dirty="0"/>
              <a:t>This application is built to help customer to keep their note updated. User can save and delete the note. It is easy to use.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Words>224</Words>
  <Application>Microsoft Office PowerPoint</Application>
  <PresentationFormat>Widescreen</PresentationFormat>
  <Paragraphs>43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MT</vt:lpstr>
      <vt:lpstr>Calibri</vt:lpstr>
      <vt:lpstr>Times New Roman</vt:lpstr>
      <vt:lpstr>Verdana</vt:lpstr>
      <vt:lpstr>Office Theme</vt:lpstr>
      <vt:lpstr>Asit Kumar Das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ppt template</dc:subject>
  <dc:creator>Bapat, Rashmi</dc:creator>
  <cp:lastModifiedBy>Das, Asit Kumar</cp:lastModifiedBy>
  <cp:revision>5</cp:revision>
  <dcterms:created xsi:type="dcterms:W3CDTF">2022-06-20T18:30:35Z</dcterms:created>
  <dcterms:modified xsi:type="dcterms:W3CDTF">2022-06-20T19:26:49Z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2022-06-20T00:00:00Z</vt:filetime>
  </property>
  <property fmtid="{D5CDD505-2E9C-101B-9397-08002B2CF9AE}" pid="3" name="Creator">
    <vt:lpwstr>Microsoft® Word 2021</vt:lpwstr>
  </property>
  <property fmtid="{D5CDD505-2E9C-101B-9397-08002B2CF9AE}" pid="4" name="LastSaved">
    <vt:filetime>2022-06-20T00:00:00Z</vt:filetime>
  </property>
</Properties>
</file>